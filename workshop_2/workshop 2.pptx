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</p:sldIdLst>
  <p:sldSz cx="9144000" cy="5143500" type="screen16x9"/>
  <p:notesSz cx="6858000" cy="9144000"/>
  <p:embeddedFontLst>
    <p:embeddedFont>
      <p:font typeface="Average" panose="020B0604020202020204" charset="0"/>
      <p:regular r:id="rId15"/>
    </p:embeddedFont>
    <p:embeddedFont>
      <p:font typeface="Oswal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06B45E-9721-4F72-8F87-6F9F042BE4BD}">
  <a:tblStyle styleId="{3006B45E-9721-4F72-8F87-6F9F042BE4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4e98395b3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4e98395b3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e98395b3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e98395b3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4e05fe5f3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4e05fe5f3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4e98395b3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4e98395b3a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e05fe5f39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4e05fe5f39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4e98395b3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4e98395b3a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4e05fe5f39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4e05fe5f39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4e05fe5f39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4e05fe5f39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4e05fe5f39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4e05fe5f39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4e05fe5f3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4e05fe5f3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4e05fe5f39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4e05fe5f39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4e98395b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4e98395b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Elementary Data Structures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/>
          <p:nvPr/>
        </p:nvSpPr>
        <p:spPr>
          <a:xfrm>
            <a:off x="310250" y="1148650"/>
            <a:ext cx="8520600" cy="341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Stacks</a:t>
            </a:r>
            <a:endParaRPr/>
          </a:p>
        </p:txBody>
      </p:sp>
      <p:sp>
        <p:nvSpPr>
          <p:cNvPr id="156" name="Google Shape;15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550" y="1933225"/>
            <a:ext cx="3971399" cy="185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6200" y="1933225"/>
            <a:ext cx="3971397" cy="185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Stacks Continued</a:t>
            </a:r>
            <a:endParaRPr/>
          </a:p>
        </p:txBody>
      </p:sp>
      <p:sp>
        <p:nvSpPr>
          <p:cNvPr id="165" name="Google Shape;165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553" y="1933225"/>
            <a:ext cx="3971397" cy="185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6200" y="1933225"/>
            <a:ext cx="3971399" cy="1854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Queues</a:t>
            </a:r>
            <a:endParaRPr/>
          </a:p>
        </p:txBody>
      </p:sp>
      <p:sp>
        <p:nvSpPr>
          <p:cNvPr id="173" name="Google Shape;173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74" name="Google Shape;174;p28"/>
          <p:cNvSpPr/>
          <p:nvPr/>
        </p:nvSpPr>
        <p:spPr>
          <a:xfrm>
            <a:off x="310250" y="1161050"/>
            <a:ext cx="8520600" cy="341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125" y="1935063"/>
            <a:ext cx="3971400" cy="1851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8600" y="1935075"/>
            <a:ext cx="3971400" cy="1851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Queues Continued</a:t>
            </a:r>
            <a:endParaRPr/>
          </a:p>
        </p:txBody>
      </p:sp>
      <p:sp>
        <p:nvSpPr>
          <p:cNvPr id="182" name="Google Shape;182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83" name="Google Shape;183;p29"/>
          <p:cNvSpPr/>
          <p:nvPr/>
        </p:nvSpPr>
        <p:spPr>
          <a:xfrm>
            <a:off x="335050" y="1161050"/>
            <a:ext cx="8520600" cy="341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4813" y="1935075"/>
            <a:ext cx="3971377" cy="18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325" y="1935075"/>
            <a:ext cx="3971400" cy="185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</a:t>
            </a:r>
            <a:endParaRPr/>
          </a:p>
        </p:txBody>
      </p:sp>
      <p:sp>
        <p:nvSpPr>
          <p:cNvPr id="191" name="Google Shape;191;p30"/>
          <p:cNvSpPr txBox="1">
            <a:spLocks noGrp="1"/>
          </p:cNvSpPr>
          <p:nvPr>
            <p:ph type="body" idx="1"/>
          </p:nvPr>
        </p:nvSpPr>
        <p:spPr>
          <a:xfrm>
            <a:off x="311700" y="11649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In a computer’s memory, it’s common to store data of the same type side-by-side.</a:t>
            </a:r>
            <a:endParaRPr/>
          </a:p>
        </p:txBody>
      </p:sp>
      <p:sp>
        <p:nvSpPr>
          <p:cNvPr id="192" name="Google Shape;192;p30"/>
          <p:cNvSpPr/>
          <p:nvPr/>
        </p:nvSpPr>
        <p:spPr>
          <a:xfrm>
            <a:off x="311700" y="1806225"/>
            <a:ext cx="531900" cy="719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0</a:t>
            </a:r>
            <a:endParaRPr sz="3600"/>
          </a:p>
        </p:txBody>
      </p:sp>
      <p:sp>
        <p:nvSpPr>
          <p:cNvPr id="193" name="Google Shape;193;p30"/>
          <p:cNvSpPr/>
          <p:nvPr/>
        </p:nvSpPr>
        <p:spPr>
          <a:xfrm>
            <a:off x="843600" y="1806225"/>
            <a:ext cx="531900" cy="719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1	</a:t>
            </a:r>
            <a:endParaRPr sz="3600"/>
          </a:p>
        </p:txBody>
      </p:sp>
      <p:sp>
        <p:nvSpPr>
          <p:cNvPr id="194" name="Google Shape;194;p30"/>
          <p:cNvSpPr/>
          <p:nvPr/>
        </p:nvSpPr>
        <p:spPr>
          <a:xfrm>
            <a:off x="1375500" y="1806225"/>
            <a:ext cx="531900" cy="719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2</a:t>
            </a:r>
            <a:endParaRPr sz="3600"/>
          </a:p>
        </p:txBody>
      </p:sp>
      <p:sp>
        <p:nvSpPr>
          <p:cNvPr id="195" name="Google Shape;195;p30"/>
          <p:cNvSpPr/>
          <p:nvPr/>
        </p:nvSpPr>
        <p:spPr>
          <a:xfrm>
            <a:off x="1907400" y="1806225"/>
            <a:ext cx="531900" cy="719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3</a:t>
            </a:r>
            <a:endParaRPr sz="3600"/>
          </a:p>
        </p:txBody>
      </p:sp>
      <p:sp>
        <p:nvSpPr>
          <p:cNvPr id="196" name="Google Shape;196;p30"/>
          <p:cNvSpPr/>
          <p:nvPr/>
        </p:nvSpPr>
        <p:spPr>
          <a:xfrm>
            <a:off x="2439300" y="1806225"/>
            <a:ext cx="531900" cy="719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4</a:t>
            </a:r>
            <a:endParaRPr sz="3600"/>
          </a:p>
        </p:txBody>
      </p:sp>
      <p:sp>
        <p:nvSpPr>
          <p:cNvPr id="197" name="Google Shape;197;p30"/>
          <p:cNvSpPr/>
          <p:nvPr/>
        </p:nvSpPr>
        <p:spPr>
          <a:xfrm>
            <a:off x="2971200" y="1806225"/>
            <a:ext cx="531900" cy="719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5</a:t>
            </a:r>
            <a:endParaRPr sz="3600"/>
          </a:p>
        </p:txBody>
      </p:sp>
      <p:sp>
        <p:nvSpPr>
          <p:cNvPr id="198" name="Google Shape;198;p30"/>
          <p:cNvSpPr/>
          <p:nvPr/>
        </p:nvSpPr>
        <p:spPr>
          <a:xfrm>
            <a:off x="3503100" y="1806225"/>
            <a:ext cx="531900" cy="719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6</a:t>
            </a:r>
            <a:endParaRPr sz="3600"/>
          </a:p>
        </p:txBody>
      </p:sp>
      <p:sp>
        <p:nvSpPr>
          <p:cNvPr id="199" name="Google Shape;199;p30"/>
          <p:cNvSpPr/>
          <p:nvPr/>
        </p:nvSpPr>
        <p:spPr>
          <a:xfrm>
            <a:off x="4035000" y="1806225"/>
            <a:ext cx="531900" cy="719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7</a:t>
            </a:r>
            <a:endParaRPr sz="3600"/>
          </a:p>
        </p:txBody>
      </p:sp>
      <p:sp>
        <p:nvSpPr>
          <p:cNvPr id="200" name="Google Shape;200;p30"/>
          <p:cNvSpPr/>
          <p:nvPr/>
        </p:nvSpPr>
        <p:spPr>
          <a:xfrm>
            <a:off x="311700" y="2513250"/>
            <a:ext cx="531900" cy="719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</a:t>
            </a:r>
            <a:endParaRPr sz="3600"/>
          </a:p>
        </p:txBody>
      </p:sp>
      <p:sp>
        <p:nvSpPr>
          <p:cNvPr id="201" name="Google Shape;201;p30"/>
          <p:cNvSpPr/>
          <p:nvPr/>
        </p:nvSpPr>
        <p:spPr>
          <a:xfrm>
            <a:off x="843600" y="2513250"/>
            <a:ext cx="531900" cy="719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h</a:t>
            </a:r>
            <a:endParaRPr sz="3600"/>
          </a:p>
        </p:txBody>
      </p:sp>
      <p:sp>
        <p:nvSpPr>
          <p:cNvPr id="202" name="Google Shape;202;p30"/>
          <p:cNvSpPr/>
          <p:nvPr/>
        </p:nvSpPr>
        <p:spPr>
          <a:xfrm>
            <a:off x="1375500" y="2513250"/>
            <a:ext cx="531900" cy="719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</a:t>
            </a:r>
            <a:endParaRPr sz="3600"/>
          </a:p>
        </p:txBody>
      </p:sp>
      <p:sp>
        <p:nvSpPr>
          <p:cNvPr id="203" name="Google Shape;203;p30"/>
          <p:cNvSpPr/>
          <p:nvPr/>
        </p:nvSpPr>
        <p:spPr>
          <a:xfrm>
            <a:off x="1907400" y="2513250"/>
            <a:ext cx="531900" cy="719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</a:t>
            </a:r>
            <a:endParaRPr sz="3600"/>
          </a:p>
        </p:txBody>
      </p:sp>
      <p:sp>
        <p:nvSpPr>
          <p:cNvPr id="204" name="Google Shape;204;p30"/>
          <p:cNvSpPr/>
          <p:nvPr/>
        </p:nvSpPr>
        <p:spPr>
          <a:xfrm>
            <a:off x="2439300" y="2513250"/>
            <a:ext cx="531900" cy="719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e</a:t>
            </a:r>
            <a:endParaRPr sz="3600"/>
          </a:p>
        </p:txBody>
      </p:sp>
      <p:sp>
        <p:nvSpPr>
          <p:cNvPr id="205" name="Google Shape;205;p30"/>
          <p:cNvSpPr/>
          <p:nvPr/>
        </p:nvSpPr>
        <p:spPr>
          <a:xfrm>
            <a:off x="2971200" y="2513250"/>
            <a:ext cx="531900" cy="719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0</a:t>
            </a:r>
            <a:endParaRPr sz="3600"/>
          </a:p>
        </p:txBody>
      </p:sp>
      <p:sp>
        <p:nvSpPr>
          <p:cNvPr id="206" name="Google Shape;206;p30"/>
          <p:cNvSpPr/>
          <p:nvPr/>
        </p:nvSpPr>
        <p:spPr>
          <a:xfrm>
            <a:off x="3503100" y="2513250"/>
            <a:ext cx="531900" cy="719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0</a:t>
            </a:r>
            <a:endParaRPr sz="3600"/>
          </a:p>
        </p:txBody>
      </p:sp>
      <p:sp>
        <p:nvSpPr>
          <p:cNvPr id="207" name="Google Shape;207;p30"/>
          <p:cNvSpPr/>
          <p:nvPr/>
        </p:nvSpPr>
        <p:spPr>
          <a:xfrm>
            <a:off x="4035000" y="2513250"/>
            <a:ext cx="531900" cy="719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0</a:t>
            </a:r>
            <a:endParaRPr sz="3600"/>
          </a:p>
        </p:txBody>
      </p:sp>
      <p:sp>
        <p:nvSpPr>
          <p:cNvPr id="208" name="Google Shape;208;p30"/>
          <p:cNvSpPr/>
          <p:nvPr/>
        </p:nvSpPr>
        <p:spPr>
          <a:xfrm>
            <a:off x="4566900" y="1806225"/>
            <a:ext cx="1897200" cy="707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Position</a:t>
            </a:r>
            <a:endParaRPr sz="1800"/>
          </a:p>
        </p:txBody>
      </p:sp>
      <p:sp>
        <p:nvSpPr>
          <p:cNvPr id="209" name="Google Shape;209;p30"/>
          <p:cNvSpPr/>
          <p:nvPr/>
        </p:nvSpPr>
        <p:spPr>
          <a:xfrm>
            <a:off x="4566900" y="2513250"/>
            <a:ext cx="1897200" cy="719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Value</a:t>
            </a:r>
            <a:endParaRPr sz="1800"/>
          </a:p>
        </p:txBody>
      </p:sp>
      <p:sp>
        <p:nvSpPr>
          <p:cNvPr id="210" name="Google Shape;210;p30"/>
          <p:cNvSpPr/>
          <p:nvPr/>
        </p:nvSpPr>
        <p:spPr>
          <a:xfrm>
            <a:off x="2580750" y="3766525"/>
            <a:ext cx="3883500" cy="1128900"/>
          </a:xfrm>
          <a:prstGeom prst="wedgeRectCallout">
            <a:avLst>
              <a:gd name="adj1" fmla="val -69489"/>
              <a:gd name="adj2" fmla="val -86268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What a shame!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Don’t worry - we’ll fix that!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 continued...</a:t>
            </a:r>
            <a:endParaRPr/>
          </a:p>
        </p:txBody>
      </p:sp>
      <p:sp>
        <p:nvSpPr>
          <p:cNvPr id="216" name="Google Shape;216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remove elements from an array, it is often necessary to shift everything else back into place.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For example, to remove “s” we simply move everything one cell back and then delete the last element</a:t>
            </a:r>
            <a:endParaRPr/>
          </a:p>
        </p:txBody>
      </p:sp>
      <p:sp>
        <p:nvSpPr>
          <p:cNvPr id="217" name="Google Shape;217;p31"/>
          <p:cNvSpPr/>
          <p:nvPr/>
        </p:nvSpPr>
        <p:spPr>
          <a:xfrm>
            <a:off x="311700" y="289795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18" name="Google Shape;218;p31"/>
          <p:cNvSpPr/>
          <p:nvPr/>
        </p:nvSpPr>
        <p:spPr>
          <a:xfrm>
            <a:off x="609764" y="289795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	</a:t>
            </a:r>
            <a:endParaRPr sz="1800"/>
          </a:p>
        </p:txBody>
      </p:sp>
      <p:sp>
        <p:nvSpPr>
          <p:cNvPr id="219" name="Google Shape;219;p31"/>
          <p:cNvSpPr/>
          <p:nvPr/>
        </p:nvSpPr>
        <p:spPr>
          <a:xfrm>
            <a:off x="907827" y="289795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20" name="Google Shape;220;p31"/>
          <p:cNvSpPr/>
          <p:nvPr/>
        </p:nvSpPr>
        <p:spPr>
          <a:xfrm>
            <a:off x="1205891" y="289795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21" name="Google Shape;221;p31"/>
          <p:cNvSpPr/>
          <p:nvPr/>
        </p:nvSpPr>
        <p:spPr>
          <a:xfrm>
            <a:off x="1503955" y="289795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222" name="Google Shape;222;p31"/>
          <p:cNvSpPr/>
          <p:nvPr/>
        </p:nvSpPr>
        <p:spPr>
          <a:xfrm>
            <a:off x="1802019" y="289795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223" name="Google Shape;223;p31"/>
          <p:cNvSpPr/>
          <p:nvPr/>
        </p:nvSpPr>
        <p:spPr>
          <a:xfrm>
            <a:off x="2100082" y="289795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224" name="Google Shape;224;p31"/>
          <p:cNvSpPr/>
          <p:nvPr/>
        </p:nvSpPr>
        <p:spPr>
          <a:xfrm>
            <a:off x="2398146" y="289795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225" name="Google Shape;225;p31"/>
          <p:cNvSpPr/>
          <p:nvPr/>
        </p:nvSpPr>
        <p:spPr>
          <a:xfrm>
            <a:off x="311700" y="3285390"/>
            <a:ext cx="297900" cy="394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</a:t>
            </a:r>
            <a:endParaRPr sz="1800"/>
          </a:p>
        </p:txBody>
      </p:sp>
      <p:sp>
        <p:nvSpPr>
          <p:cNvPr id="226" name="Google Shape;226;p31"/>
          <p:cNvSpPr/>
          <p:nvPr/>
        </p:nvSpPr>
        <p:spPr>
          <a:xfrm>
            <a:off x="609764" y="328539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</a:t>
            </a:r>
            <a:endParaRPr sz="1800"/>
          </a:p>
        </p:txBody>
      </p:sp>
      <p:sp>
        <p:nvSpPr>
          <p:cNvPr id="227" name="Google Shape;227;p31"/>
          <p:cNvSpPr/>
          <p:nvPr/>
        </p:nvSpPr>
        <p:spPr>
          <a:xfrm>
            <a:off x="907827" y="328539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28" name="Google Shape;228;p31"/>
          <p:cNvSpPr/>
          <p:nvPr/>
        </p:nvSpPr>
        <p:spPr>
          <a:xfrm>
            <a:off x="1205891" y="328539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sp>
        <p:nvSpPr>
          <p:cNvPr id="229" name="Google Shape;229;p31"/>
          <p:cNvSpPr/>
          <p:nvPr/>
        </p:nvSpPr>
        <p:spPr>
          <a:xfrm>
            <a:off x="1503955" y="328539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sp>
        <p:nvSpPr>
          <p:cNvPr id="230" name="Google Shape;230;p31"/>
          <p:cNvSpPr/>
          <p:nvPr/>
        </p:nvSpPr>
        <p:spPr>
          <a:xfrm>
            <a:off x="1802019" y="328539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31" name="Google Shape;231;p31"/>
          <p:cNvSpPr/>
          <p:nvPr/>
        </p:nvSpPr>
        <p:spPr>
          <a:xfrm>
            <a:off x="2100082" y="328539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32" name="Google Shape;232;p31"/>
          <p:cNvSpPr/>
          <p:nvPr/>
        </p:nvSpPr>
        <p:spPr>
          <a:xfrm>
            <a:off x="2398146" y="328539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33" name="Google Shape;233;p31"/>
          <p:cNvSpPr/>
          <p:nvPr/>
        </p:nvSpPr>
        <p:spPr>
          <a:xfrm>
            <a:off x="2696210" y="2897950"/>
            <a:ext cx="1063200" cy="387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Position</a:t>
            </a:r>
            <a:endParaRPr sz="1800"/>
          </a:p>
        </p:txBody>
      </p:sp>
      <p:sp>
        <p:nvSpPr>
          <p:cNvPr id="234" name="Google Shape;234;p31"/>
          <p:cNvSpPr/>
          <p:nvPr/>
        </p:nvSpPr>
        <p:spPr>
          <a:xfrm>
            <a:off x="2696210" y="3285390"/>
            <a:ext cx="10632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Value</a:t>
            </a:r>
            <a:endParaRPr sz="1800"/>
          </a:p>
        </p:txBody>
      </p:sp>
      <p:sp>
        <p:nvSpPr>
          <p:cNvPr id="235" name="Google Shape;235;p31"/>
          <p:cNvSpPr/>
          <p:nvPr/>
        </p:nvSpPr>
        <p:spPr>
          <a:xfrm>
            <a:off x="3888475" y="289795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36" name="Google Shape;236;p31"/>
          <p:cNvSpPr/>
          <p:nvPr/>
        </p:nvSpPr>
        <p:spPr>
          <a:xfrm>
            <a:off x="4186539" y="289795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	</a:t>
            </a:r>
            <a:endParaRPr sz="1800"/>
          </a:p>
        </p:txBody>
      </p:sp>
      <p:sp>
        <p:nvSpPr>
          <p:cNvPr id="237" name="Google Shape;237;p31"/>
          <p:cNvSpPr/>
          <p:nvPr/>
        </p:nvSpPr>
        <p:spPr>
          <a:xfrm>
            <a:off x="4484602" y="289795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38" name="Google Shape;238;p31"/>
          <p:cNvSpPr/>
          <p:nvPr/>
        </p:nvSpPr>
        <p:spPr>
          <a:xfrm>
            <a:off x="4782666" y="289795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39" name="Google Shape;239;p31"/>
          <p:cNvSpPr/>
          <p:nvPr/>
        </p:nvSpPr>
        <p:spPr>
          <a:xfrm>
            <a:off x="5080730" y="289795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240" name="Google Shape;240;p31"/>
          <p:cNvSpPr/>
          <p:nvPr/>
        </p:nvSpPr>
        <p:spPr>
          <a:xfrm>
            <a:off x="5378794" y="289795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241" name="Google Shape;241;p31"/>
          <p:cNvSpPr/>
          <p:nvPr/>
        </p:nvSpPr>
        <p:spPr>
          <a:xfrm>
            <a:off x="5676857" y="289795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242" name="Google Shape;242;p31"/>
          <p:cNvSpPr/>
          <p:nvPr/>
        </p:nvSpPr>
        <p:spPr>
          <a:xfrm>
            <a:off x="5974921" y="289795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243" name="Google Shape;243;p31"/>
          <p:cNvSpPr/>
          <p:nvPr/>
        </p:nvSpPr>
        <p:spPr>
          <a:xfrm>
            <a:off x="3888475" y="328539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</a:t>
            </a:r>
            <a:endParaRPr sz="1800"/>
          </a:p>
        </p:txBody>
      </p:sp>
      <p:sp>
        <p:nvSpPr>
          <p:cNvPr id="244" name="Google Shape;244;p31"/>
          <p:cNvSpPr/>
          <p:nvPr/>
        </p:nvSpPr>
        <p:spPr>
          <a:xfrm>
            <a:off x="4186539" y="3285390"/>
            <a:ext cx="297900" cy="394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45" name="Google Shape;245;p31"/>
          <p:cNvSpPr/>
          <p:nvPr/>
        </p:nvSpPr>
        <p:spPr>
          <a:xfrm>
            <a:off x="4484602" y="328539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46" name="Google Shape;246;p31"/>
          <p:cNvSpPr/>
          <p:nvPr/>
        </p:nvSpPr>
        <p:spPr>
          <a:xfrm>
            <a:off x="4782666" y="328539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sp>
        <p:nvSpPr>
          <p:cNvPr id="247" name="Google Shape;247;p31"/>
          <p:cNvSpPr/>
          <p:nvPr/>
        </p:nvSpPr>
        <p:spPr>
          <a:xfrm>
            <a:off x="5080730" y="328539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sp>
        <p:nvSpPr>
          <p:cNvPr id="248" name="Google Shape;248;p31"/>
          <p:cNvSpPr/>
          <p:nvPr/>
        </p:nvSpPr>
        <p:spPr>
          <a:xfrm>
            <a:off x="5378794" y="328539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49" name="Google Shape;249;p31"/>
          <p:cNvSpPr/>
          <p:nvPr/>
        </p:nvSpPr>
        <p:spPr>
          <a:xfrm>
            <a:off x="5676857" y="328539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50" name="Google Shape;250;p31"/>
          <p:cNvSpPr/>
          <p:nvPr/>
        </p:nvSpPr>
        <p:spPr>
          <a:xfrm>
            <a:off x="5974921" y="3285390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51" name="Google Shape;251;p31"/>
          <p:cNvSpPr/>
          <p:nvPr/>
        </p:nvSpPr>
        <p:spPr>
          <a:xfrm>
            <a:off x="6272985" y="2897950"/>
            <a:ext cx="1063200" cy="387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Position</a:t>
            </a:r>
            <a:endParaRPr sz="1800"/>
          </a:p>
        </p:txBody>
      </p:sp>
      <p:sp>
        <p:nvSpPr>
          <p:cNvPr id="252" name="Google Shape;252;p31"/>
          <p:cNvSpPr/>
          <p:nvPr/>
        </p:nvSpPr>
        <p:spPr>
          <a:xfrm>
            <a:off x="6272985" y="3285390"/>
            <a:ext cx="10632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Value</a:t>
            </a:r>
            <a:endParaRPr sz="1800"/>
          </a:p>
        </p:txBody>
      </p:sp>
      <p:sp>
        <p:nvSpPr>
          <p:cNvPr id="253" name="Google Shape;253;p31"/>
          <p:cNvSpPr/>
          <p:nvPr/>
        </p:nvSpPr>
        <p:spPr>
          <a:xfrm>
            <a:off x="311700" y="37872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54" name="Google Shape;254;p31"/>
          <p:cNvSpPr/>
          <p:nvPr/>
        </p:nvSpPr>
        <p:spPr>
          <a:xfrm>
            <a:off x="609764" y="37872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	</a:t>
            </a:r>
            <a:endParaRPr sz="1800"/>
          </a:p>
        </p:txBody>
      </p:sp>
      <p:sp>
        <p:nvSpPr>
          <p:cNvPr id="255" name="Google Shape;255;p31"/>
          <p:cNvSpPr/>
          <p:nvPr/>
        </p:nvSpPr>
        <p:spPr>
          <a:xfrm>
            <a:off x="907827" y="37872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56" name="Google Shape;256;p31"/>
          <p:cNvSpPr/>
          <p:nvPr/>
        </p:nvSpPr>
        <p:spPr>
          <a:xfrm>
            <a:off x="1205891" y="37872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57" name="Google Shape;257;p31"/>
          <p:cNvSpPr/>
          <p:nvPr/>
        </p:nvSpPr>
        <p:spPr>
          <a:xfrm>
            <a:off x="1503955" y="37872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258" name="Google Shape;258;p31"/>
          <p:cNvSpPr/>
          <p:nvPr/>
        </p:nvSpPr>
        <p:spPr>
          <a:xfrm>
            <a:off x="1802019" y="37872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259" name="Google Shape;259;p31"/>
          <p:cNvSpPr/>
          <p:nvPr/>
        </p:nvSpPr>
        <p:spPr>
          <a:xfrm>
            <a:off x="2100082" y="37872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260" name="Google Shape;260;p31"/>
          <p:cNvSpPr/>
          <p:nvPr/>
        </p:nvSpPr>
        <p:spPr>
          <a:xfrm>
            <a:off x="2398146" y="37872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261" name="Google Shape;261;p31"/>
          <p:cNvSpPr/>
          <p:nvPr/>
        </p:nvSpPr>
        <p:spPr>
          <a:xfrm>
            <a:off x="311700" y="417466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</a:t>
            </a:r>
            <a:endParaRPr sz="1800"/>
          </a:p>
        </p:txBody>
      </p:sp>
      <p:sp>
        <p:nvSpPr>
          <p:cNvPr id="262" name="Google Shape;262;p31"/>
          <p:cNvSpPr/>
          <p:nvPr/>
        </p:nvSpPr>
        <p:spPr>
          <a:xfrm>
            <a:off x="609764" y="417466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63" name="Google Shape;263;p31"/>
          <p:cNvSpPr/>
          <p:nvPr/>
        </p:nvSpPr>
        <p:spPr>
          <a:xfrm>
            <a:off x="907827" y="4174665"/>
            <a:ext cx="297900" cy="394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sp>
        <p:nvSpPr>
          <p:cNvPr id="264" name="Google Shape;264;p31"/>
          <p:cNvSpPr/>
          <p:nvPr/>
        </p:nvSpPr>
        <p:spPr>
          <a:xfrm>
            <a:off x="1205891" y="417466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sp>
        <p:nvSpPr>
          <p:cNvPr id="265" name="Google Shape;265;p31"/>
          <p:cNvSpPr/>
          <p:nvPr/>
        </p:nvSpPr>
        <p:spPr>
          <a:xfrm>
            <a:off x="1503955" y="417466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sp>
        <p:nvSpPr>
          <p:cNvPr id="266" name="Google Shape;266;p31"/>
          <p:cNvSpPr/>
          <p:nvPr/>
        </p:nvSpPr>
        <p:spPr>
          <a:xfrm>
            <a:off x="1802019" y="417466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67" name="Google Shape;267;p31"/>
          <p:cNvSpPr/>
          <p:nvPr/>
        </p:nvSpPr>
        <p:spPr>
          <a:xfrm>
            <a:off x="2100082" y="417466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68" name="Google Shape;268;p31"/>
          <p:cNvSpPr/>
          <p:nvPr/>
        </p:nvSpPr>
        <p:spPr>
          <a:xfrm>
            <a:off x="2398146" y="417466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69" name="Google Shape;269;p31"/>
          <p:cNvSpPr/>
          <p:nvPr/>
        </p:nvSpPr>
        <p:spPr>
          <a:xfrm>
            <a:off x="2696210" y="3787225"/>
            <a:ext cx="1063200" cy="387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Position</a:t>
            </a:r>
            <a:endParaRPr sz="1800"/>
          </a:p>
        </p:txBody>
      </p:sp>
      <p:sp>
        <p:nvSpPr>
          <p:cNvPr id="270" name="Google Shape;270;p31"/>
          <p:cNvSpPr/>
          <p:nvPr/>
        </p:nvSpPr>
        <p:spPr>
          <a:xfrm>
            <a:off x="2696210" y="4174665"/>
            <a:ext cx="10632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Value</a:t>
            </a:r>
            <a:endParaRPr sz="1800"/>
          </a:p>
        </p:txBody>
      </p:sp>
      <p:sp>
        <p:nvSpPr>
          <p:cNvPr id="271" name="Google Shape;271;p31"/>
          <p:cNvSpPr/>
          <p:nvPr/>
        </p:nvSpPr>
        <p:spPr>
          <a:xfrm>
            <a:off x="3888475" y="37872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72" name="Google Shape;272;p31"/>
          <p:cNvSpPr/>
          <p:nvPr/>
        </p:nvSpPr>
        <p:spPr>
          <a:xfrm>
            <a:off x="4186539" y="37872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	</a:t>
            </a:r>
            <a:endParaRPr sz="1800"/>
          </a:p>
        </p:txBody>
      </p:sp>
      <p:sp>
        <p:nvSpPr>
          <p:cNvPr id="273" name="Google Shape;273;p31"/>
          <p:cNvSpPr/>
          <p:nvPr/>
        </p:nvSpPr>
        <p:spPr>
          <a:xfrm>
            <a:off x="4484602" y="37872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74" name="Google Shape;274;p31"/>
          <p:cNvSpPr/>
          <p:nvPr/>
        </p:nvSpPr>
        <p:spPr>
          <a:xfrm>
            <a:off x="4782666" y="37872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75" name="Google Shape;275;p31"/>
          <p:cNvSpPr/>
          <p:nvPr/>
        </p:nvSpPr>
        <p:spPr>
          <a:xfrm>
            <a:off x="5080730" y="37872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276" name="Google Shape;276;p31"/>
          <p:cNvSpPr/>
          <p:nvPr/>
        </p:nvSpPr>
        <p:spPr>
          <a:xfrm>
            <a:off x="5378794" y="37872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277" name="Google Shape;277;p31"/>
          <p:cNvSpPr/>
          <p:nvPr/>
        </p:nvSpPr>
        <p:spPr>
          <a:xfrm>
            <a:off x="5676857" y="37872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278" name="Google Shape;278;p31"/>
          <p:cNvSpPr/>
          <p:nvPr/>
        </p:nvSpPr>
        <p:spPr>
          <a:xfrm>
            <a:off x="5974921" y="37872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279" name="Google Shape;279;p31"/>
          <p:cNvSpPr/>
          <p:nvPr/>
        </p:nvSpPr>
        <p:spPr>
          <a:xfrm>
            <a:off x="3888475" y="417466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</a:t>
            </a:r>
            <a:endParaRPr sz="1800"/>
          </a:p>
        </p:txBody>
      </p:sp>
      <p:sp>
        <p:nvSpPr>
          <p:cNvPr id="280" name="Google Shape;280;p31"/>
          <p:cNvSpPr/>
          <p:nvPr/>
        </p:nvSpPr>
        <p:spPr>
          <a:xfrm>
            <a:off x="4186539" y="417466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81" name="Google Shape;281;p31"/>
          <p:cNvSpPr/>
          <p:nvPr/>
        </p:nvSpPr>
        <p:spPr>
          <a:xfrm>
            <a:off x="4484602" y="417466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sp>
        <p:nvSpPr>
          <p:cNvPr id="282" name="Google Shape;282;p31"/>
          <p:cNvSpPr/>
          <p:nvPr/>
        </p:nvSpPr>
        <p:spPr>
          <a:xfrm>
            <a:off x="4782666" y="4174665"/>
            <a:ext cx="297900" cy="394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sp>
        <p:nvSpPr>
          <p:cNvPr id="283" name="Google Shape;283;p31"/>
          <p:cNvSpPr/>
          <p:nvPr/>
        </p:nvSpPr>
        <p:spPr>
          <a:xfrm>
            <a:off x="5080730" y="4174665"/>
            <a:ext cx="297900" cy="3942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84" name="Google Shape;284;p31"/>
          <p:cNvSpPr/>
          <p:nvPr/>
        </p:nvSpPr>
        <p:spPr>
          <a:xfrm>
            <a:off x="5378794" y="417466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85" name="Google Shape;285;p31"/>
          <p:cNvSpPr/>
          <p:nvPr/>
        </p:nvSpPr>
        <p:spPr>
          <a:xfrm>
            <a:off x="5676857" y="417466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86" name="Google Shape;286;p31"/>
          <p:cNvSpPr/>
          <p:nvPr/>
        </p:nvSpPr>
        <p:spPr>
          <a:xfrm>
            <a:off x="5974921" y="417466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87" name="Google Shape;287;p31"/>
          <p:cNvSpPr/>
          <p:nvPr/>
        </p:nvSpPr>
        <p:spPr>
          <a:xfrm>
            <a:off x="6272985" y="3787225"/>
            <a:ext cx="1063200" cy="387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Position</a:t>
            </a:r>
            <a:endParaRPr sz="1800"/>
          </a:p>
        </p:txBody>
      </p:sp>
      <p:sp>
        <p:nvSpPr>
          <p:cNvPr id="288" name="Google Shape;288;p31"/>
          <p:cNvSpPr/>
          <p:nvPr/>
        </p:nvSpPr>
        <p:spPr>
          <a:xfrm>
            <a:off x="6272985" y="4174665"/>
            <a:ext cx="10632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Value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2"/>
          <p:cNvSpPr/>
          <p:nvPr/>
        </p:nvSpPr>
        <p:spPr>
          <a:xfrm>
            <a:off x="2848150" y="21809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294" name="Google Shape;294;p32"/>
          <p:cNvSpPr/>
          <p:nvPr/>
        </p:nvSpPr>
        <p:spPr>
          <a:xfrm>
            <a:off x="3146214" y="21809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	</a:t>
            </a:r>
            <a:endParaRPr sz="1800"/>
          </a:p>
        </p:txBody>
      </p:sp>
      <p:sp>
        <p:nvSpPr>
          <p:cNvPr id="295" name="Google Shape;295;p32"/>
          <p:cNvSpPr/>
          <p:nvPr/>
        </p:nvSpPr>
        <p:spPr>
          <a:xfrm>
            <a:off x="3444277" y="21809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96" name="Google Shape;296;p32"/>
          <p:cNvSpPr/>
          <p:nvPr/>
        </p:nvSpPr>
        <p:spPr>
          <a:xfrm>
            <a:off x="3742341" y="21809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97" name="Google Shape;297;p32"/>
          <p:cNvSpPr/>
          <p:nvPr/>
        </p:nvSpPr>
        <p:spPr>
          <a:xfrm>
            <a:off x="4040405" y="21809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298" name="Google Shape;298;p32"/>
          <p:cNvSpPr/>
          <p:nvPr/>
        </p:nvSpPr>
        <p:spPr>
          <a:xfrm>
            <a:off x="4338469" y="21809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299" name="Google Shape;299;p32"/>
          <p:cNvSpPr/>
          <p:nvPr/>
        </p:nvSpPr>
        <p:spPr>
          <a:xfrm>
            <a:off x="4636532" y="21809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300" name="Google Shape;300;p32"/>
          <p:cNvSpPr/>
          <p:nvPr/>
        </p:nvSpPr>
        <p:spPr>
          <a:xfrm>
            <a:off x="4934596" y="218092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301" name="Google Shape;301;p32"/>
          <p:cNvSpPr/>
          <p:nvPr/>
        </p:nvSpPr>
        <p:spPr>
          <a:xfrm>
            <a:off x="2848150" y="256836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</a:t>
            </a:r>
            <a:endParaRPr sz="1800"/>
          </a:p>
        </p:txBody>
      </p:sp>
      <p:sp>
        <p:nvSpPr>
          <p:cNvPr id="302" name="Google Shape;302;p32"/>
          <p:cNvSpPr/>
          <p:nvPr/>
        </p:nvSpPr>
        <p:spPr>
          <a:xfrm>
            <a:off x="3146214" y="256836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303" name="Google Shape;303;p32"/>
          <p:cNvSpPr/>
          <p:nvPr/>
        </p:nvSpPr>
        <p:spPr>
          <a:xfrm>
            <a:off x="3444277" y="256836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sp>
        <p:nvSpPr>
          <p:cNvPr id="304" name="Google Shape;304;p32"/>
          <p:cNvSpPr/>
          <p:nvPr/>
        </p:nvSpPr>
        <p:spPr>
          <a:xfrm>
            <a:off x="3742341" y="2568365"/>
            <a:ext cx="297900" cy="3942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305" name="Google Shape;305;p32"/>
          <p:cNvSpPr/>
          <p:nvPr/>
        </p:nvSpPr>
        <p:spPr>
          <a:xfrm>
            <a:off x="4040405" y="256836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306" name="Google Shape;306;p32"/>
          <p:cNvSpPr/>
          <p:nvPr/>
        </p:nvSpPr>
        <p:spPr>
          <a:xfrm>
            <a:off x="4338469" y="256836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307" name="Google Shape;307;p32"/>
          <p:cNvSpPr/>
          <p:nvPr/>
        </p:nvSpPr>
        <p:spPr>
          <a:xfrm>
            <a:off x="4636532" y="256836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308" name="Google Shape;308;p32"/>
          <p:cNvSpPr/>
          <p:nvPr/>
        </p:nvSpPr>
        <p:spPr>
          <a:xfrm>
            <a:off x="4934596" y="2568365"/>
            <a:ext cx="2979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309" name="Google Shape;309;p32"/>
          <p:cNvSpPr/>
          <p:nvPr/>
        </p:nvSpPr>
        <p:spPr>
          <a:xfrm>
            <a:off x="5232660" y="2180925"/>
            <a:ext cx="1063200" cy="387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Position</a:t>
            </a:r>
            <a:endParaRPr sz="1800"/>
          </a:p>
        </p:txBody>
      </p:sp>
      <p:sp>
        <p:nvSpPr>
          <p:cNvPr id="310" name="Google Shape;310;p32"/>
          <p:cNvSpPr/>
          <p:nvPr/>
        </p:nvSpPr>
        <p:spPr>
          <a:xfrm>
            <a:off x="5232660" y="2568365"/>
            <a:ext cx="1063200" cy="39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Value</a:t>
            </a:r>
            <a:endParaRPr sz="1800"/>
          </a:p>
        </p:txBody>
      </p:sp>
      <p:sp>
        <p:nvSpPr>
          <p:cNvPr id="311" name="Google Shape;311;p32"/>
          <p:cNvSpPr txBox="1"/>
          <p:nvPr/>
        </p:nvSpPr>
        <p:spPr>
          <a:xfrm>
            <a:off x="1224325" y="1136225"/>
            <a:ext cx="6526200" cy="10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If we write a zero over the “e”, it says ham now.</a:t>
            </a:r>
            <a:endParaRPr sz="18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Fixed it!</a:t>
            </a:r>
            <a:endParaRPr sz="18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 continued</a:t>
            </a:r>
            <a:endParaRPr/>
          </a:p>
        </p:txBody>
      </p:sp>
      <p:sp>
        <p:nvSpPr>
          <p:cNvPr id="317" name="Google Shape;317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When inserting an item into the middle of an array, it is always necessary to shift all of the items to make room!</a:t>
            </a:r>
            <a:endParaRPr sz="2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/>
              <a:t>This makes arrays inefficient for some uses.</a:t>
            </a:r>
            <a:endParaRPr sz="2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/>
              <a:t>Fortunately, there’s a solution!</a:t>
            </a:r>
            <a:endParaRPr sz="2400"/>
          </a:p>
        </p:txBody>
      </p:sp>
      <p:sp>
        <p:nvSpPr>
          <p:cNvPr id="318" name="Google Shape;318;p33"/>
          <p:cNvSpPr/>
          <p:nvPr/>
        </p:nvSpPr>
        <p:spPr>
          <a:xfrm>
            <a:off x="311700" y="2265200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319" name="Google Shape;319;p33"/>
          <p:cNvSpPr/>
          <p:nvPr/>
        </p:nvSpPr>
        <p:spPr>
          <a:xfrm>
            <a:off x="584395" y="2265200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	</a:t>
            </a:r>
            <a:endParaRPr sz="1800"/>
          </a:p>
        </p:txBody>
      </p:sp>
      <p:sp>
        <p:nvSpPr>
          <p:cNvPr id="320" name="Google Shape;320;p33"/>
          <p:cNvSpPr/>
          <p:nvPr/>
        </p:nvSpPr>
        <p:spPr>
          <a:xfrm>
            <a:off x="857090" y="2265200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21" name="Google Shape;321;p33"/>
          <p:cNvSpPr/>
          <p:nvPr/>
        </p:nvSpPr>
        <p:spPr>
          <a:xfrm>
            <a:off x="1129785" y="2265200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22" name="Google Shape;322;p33"/>
          <p:cNvSpPr/>
          <p:nvPr/>
        </p:nvSpPr>
        <p:spPr>
          <a:xfrm>
            <a:off x="1402480" y="2265200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23" name="Google Shape;323;p33"/>
          <p:cNvSpPr/>
          <p:nvPr/>
        </p:nvSpPr>
        <p:spPr>
          <a:xfrm>
            <a:off x="311700" y="2621925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324" name="Google Shape;324;p33"/>
          <p:cNvSpPr/>
          <p:nvPr/>
        </p:nvSpPr>
        <p:spPr>
          <a:xfrm>
            <a:off x="584395" y="2621925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325" name="Google Shape;325;p33"/>
          <p:cNvSpPr/>
          <p:nvPr/>
        </p:nvSpPr>
        <p:spPr>
          <a:xfrm>
            <a:off x="857090" y="2621925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326" name="Google Shape;326;p33"/>
          <p:cNvSpPr/>
          <p:nvPr/>
        </p:nvSpPr>
        <p:spPr>
          <a:xfrm>
            <a:off x="1129785" y="2621925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sp>
        <p:nvSpPr>
          <p:cNvPr id="327" name="Google Shape;327;p33"/>
          <p:cNvSpPr/>
          <p:nvPr/>
        </p:nvSpPr>
        <p:spPr>
          <a:xfrm>
            <a:off x="1402480" y="2621925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8" name="Google Shape;328;p33"/>
          <p:cNvSpPr/>
          <p:nvPr/>
        </p:nvSpPr>
        <p:spPr>
          <a:xfrm>
            <a:off x="2014975" y="2265200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329" name="Google Shape;329;p33"/>
          <p:cNvSpPr/>
          <p:nvPr/>
        </p:nvSpPr>
        <p:spPr>
          <a:xfrm>
            <a:off x="2287670" y="2265200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	</a:t>
            </a:r>
            <a:endParaRPr sz="1800"/>
          </a:p>
        </p:txBody>
      </p:sp>
      <p:sp>
        <p:nvSpPr>
          <p:cNvPr id="330" name="Google Shape;330;p33"/>
          <p:cNvSpPr/>
          <p:nvPr/>
        </p:nvSpPr>
        <p:spPr>
          <a:xfrm>
            <a:off x="2560365" y="2265200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31" name="Google Shape;331;p33"/>
          <p:cNvSpPr/>
          <p:nvPr/>
        </p:nvSpPr>
        <p:spPr>
          <a:xfrm>
            <a:off x="2833060" y="2265200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32" name="Google Shape;332;p33"/>
          <p:cNvSpPr/>
          <p:nvPr/>
        </p:nvSpPr>
        <p:spPr>
          <a:xfrm>
            <a:off x="3105755" y="2265200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33" name="Google Shape;333;p33"/>
          <p:cNvSpPr/>
          <p:nvPr/>
        </p:nvSpPr>
        <p:spPr>
          <a:xfrm>
            <a:off x="2014975" y="2621925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334" name="Google Shape;334;p33"/>
          <p:cNvSpPr/>
          <p:nvPr/>
        </p:nvSpPr>
        <p:spPr>
          <a:xfrm>
            <a:off x="2287670" y="2621925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335" name="Google Shape;335;p33"/>
          <p:cNvSpPr/>
          <p:nvPr/>
        </p:nvSpPr>
        <p:spPr>
          <a:xfrm>
            <a:off x="2560365" y="2621925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336" name="Google Shape;336;p33"/>
          <p:cNvSpPr/>
          <p:nvPr/>
        </p:nvSpPr>
        <p:spPr>
          <a:xfrm>
            <a:off x="2833060" y="2621925"/>
            <a:ext cx="272400" cy="3630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337" name="Google Shape;337;p33"/>
          <p:cNvSpPr/>
          <p:nvPr/>
        </p:nvSpPr>
        <p:spPr>
          <a:xfrm>
            <a:off x="3105755" y="2621925"/>
            <a:ext cx="272400" cy="3630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sp>
        <p:nvSpPr>
          <p:cNvPr id="338" name="Google Shape;338;p33"/>
          <p:cNvSpPr/>
          <p:nvPr/>
        </p:nvSpPr>
        <p:spPr>
          <a:xfrm>
            <a:off x="1674875" y="2265200"/>
            <a:ext cx="340200" cy="719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3"/>
          <p:cNvSpPr/>
          <p:nvPr/>
        </p:nvSpPr>
        <p:spPr>
          <a:xfrm>
            <a:off x="3378450" y="2265200"/>
            <a:ext cx="340200" cy="719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3"/>
          <p:cNvSpPr/>
          <p:nvPr/>
        </p:nvSpPr>
        <p:spPr>
          <a:xfrm>
            <a:off x="3718950" y="2265188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341" name="Google Shape;341;p33"/>
          <p:cNvSpPr/>
          <p:nvPr/>
        </p:nvSpPr>
        <p:spPr>
          <a:xfrm>
            <a:off x="3991645" y="2265188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	</a:t>
            </a:r>
            <a:endParaRPr sz="1800"/>
          </a:p>
        </p:txBody>
      </p:sp>
      <p:sp>
        <p:nvSpPr>
          <p:cNvPr id="342" name="Google Shape;342;p33"/>
          <p:cNvSpPr/>
          <p:nvPr/>
        </p:nvSpPr>
        <p:spPr>
          <a:xfrm>
            <a:off x="4264340" y="2265188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43" name="Google Shape;343;p33"/>
          <p:cNvSpPr/>
          <p:nvPr/>
        </p:nvSpPr>
        <p:spPr>
          <a:xfrm>
            <a:off x="4537035" y="2265188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44" name="Google Shape;344;p33"/>
          <p:cNvSpPr/>
          <p:nvPr/>
        </p:nvSpPr>
        <p:spPr>
          <a:xfrm>
            <a:off x="4809730" y="2265188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45" name="Google Shape;345;p33"/>
          <p:cNvSpPr/>
          <p:nvPr/>
        </p:nvSpPr>
        <p:spPr>
          <a:xfrm>
            <a:off x="3718950" y="2621913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346" name="Google Shape;346;p33"/>
          <p:cNvSpPr/>
          <p:nvPr/>
        </p:nvSpPr>
        <p:spPr>
          <a:xfrm>
            <a:off x="3991645" y="2621913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347" name="Google Shape;347;p33"/>
          <p:cNvSpPr/>
          <p:nvPr/>
        </p:nvSpPr>
        <p:spPr>
          <a:xfrm>
            <a:off x="4264340" y="2621913"/>
            <a:ext cx="272400" cy="363000"/>
          </a:xfrm>
          <a:prstGeom prst="rect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48" name="Google Shape;348;p33"/>
          <p:cNvSpPr/>
          <p:nvPr/>
        </p:nvSpPr>
        <p:spPr>
          <a:xfrm>
            <a:off x="4537035" y="2621913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349" name="Google Shape;349;p33"/>
          <p:cNvSpPr/>
          <p:nvPr/>
        </p:nvSpPr>
        <p:spPr>
          <a:xfrm>
            <a:off x="4809730" y="2621913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sp>
        <p:nvSpPr>
          <p:cNvPr id="350" name="Google Shape;350;p33"/>
          <p:cNvSpPr/>
          <p:nvPr/>
        </p:nvSpPr>
        <p:spPr>
          <a:xfrm>
            <a:off x="5082425" y="2265200"/>
            <a:ext cx="340200" cy="719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3"/>
          <p:cNvSpPr/>
          <p:nvPr/>
        </p:nvSpPr>
        <p:spPr>
          <a:xfrm>
            <a:off x="5422925" y="2265188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352" name="Google Shape;352;p33"/>
          <p:cNvSpPr/>
          <p:nvPr/>
        </p:nvSpPr>
        <p:spPr>
          <a:xfrm>
            <a:off x="5695620" y="2265188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	</a:t>
            </a:r>
            <a:endParaRPr sz="1800"/>
          </a:p>
        </p:txBody>
      </p:sp>
      <p:sp>
        <p:nvSpPr>
          <p:cNvPr id="353" name="Google Shape;353;p33"/>
          <p:cNvSpPr/>
          <p:nvPr/>
        </p:nvSpPr>
        <p:spPr>
          <a:xfrm>
            <a:off x="5968315" y="2265188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54" name="Google Shape;354;p33"/>
          <p:cNvSpPr/>
          <p:nvPr/>
        </p:nvSpPr>
        <p:spPr>
          <a:xfrm>
            <a:off x="6241010" y="2265188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55" name="Google Shape;355;p33"/>
          <p:cNvSpPr/>
          <p:nvPr/>
        </p:nvSpPr>
        <p:spPr>
          <a:xfrm>
            <a:off x="6513705" y="2265188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56" name="Google Shape;356;p33"/>
          <p:cNvSpPr/>
          <p:nvPr/>
        </p:nvSpPr>
        <p:spPr>
          <a:xfrm>
            <a:off x="5422925" y="2621913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357" name="Google Shape;357;p33"/>
          <p:cNvSpPr/>
          <p:nvPr/>
        </p:nvSpPr>
        <p:spPr>
          <a:xfrm>
            <a:off x="5695620" y="2621913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358" name="Google Shape;358;p33"/>
          <p:cNvSpPr/>
          <p:nvPr/>
        </p:nvSpPr>
        <p:spPr>
          <a:xfrm>
            <a:off x="5968315" y="2621913"/>
            <a:ext cx="272400" cy="3630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359" name="Google Shape;359;p33"/>
          <p:cNvSpPr/>
          <p:nvPr/>
        </p:nvSpPr>
        <p:spPr>
          <a:xfrm>
            <a:off x="6241010" y="2621913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360" name="Google Shape;360;p33"/>
          <p:cNvSpPr/>
          <p:nvPr/>
        </p:nvSpPr>
        <p:spPr>
          <a:xfrm>
            <a:off x="6513705" y="2621913"/>
            <a:ext cx="2724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 Lists</a:t>
            </a:r>
            <a:endParaRPr/>
          </a:p>
        </p:txBody>
      </p:sp>
      <p:sp>
        <p:nvSpPr>
          <p:cNvPr id="366" name="Google Shape;366;p34"/>
          <p:cNvSpPr txBox="1">
            <a:spLocks noGrp="1"/>
          </p:cNvSpPr>
          <p:nvPr>
            <p:ph type="body" idx="1"/>
          </p:nvPr>
        </p:nvSpPr>
        <p:spPr>
          <a:xfrm>
            <a:off x="5421950" y="2786375"/>
            <a:ext cx="3410400" cy="17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/>
              <a:t>In a linked list, each location stores a value, and also the location of the next value.</a:t>
            </a:r>
            <a:endParaRPr sz="2400"/>
          </a:p>
        </p:txBody>
      </p:sp>
      <p:sp>
        <p:nvSpPr>
          <p:cNvPr id="367" name="Google Shape;367;p34"/>
          <p:cNvSpPr/>
          <p:nvPr/>
        </p:nvSpPr>
        <p:spPr>
          <a:xfrm>
            <a:off x="311700" y="1580900"/>
            <a:ext cx="5460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368" name="Google Shape;368;p34"/>
          <p:cNvSpPr/>
          <p:nvPr/>
        </p:nvSpPr>
        <p:spPr>
          <a:xfrm>
            <a:off x="311700" y="2153600"/>
            <a:ext cx="10920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369" name="Google Shape;369;p34"/>
          <p:cNvSpPr/>
          <p:nvPr/>
        </p:nvSpPr>
        <p:spPr>
          <a:xfrm>
            <a:off x="1403700" y="2153600"/>
            <a:ext cx="5460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70" name="Google Shape;370;p34"/>
          <p:cNvSpPr/>
          <p:nvPr/>
        </p:nvSpPr>
        <p:spPr>
          <a:xfrm>
            <a:off x="857700" y="1580900"/>
            <a:ext cx="5460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71" name="Google Shape;371;p34"/>
          <p:cNvSpPr/>
          <p:nvPr/>
        </p:nvSpPr>
        <p:spPr>
          <a:xfrm>
            <a:off x="1403700" y="1580900"/>
            <a:ext cx="5460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72" name="Google Shape;372;p34"/>
          <p:cNvSpPr/>
          <p:nvPr/>
        </p:nvSpPr>
        <p:spPr>
          <a:xfrm>
            <a:off x="1949700" y="1580900"/>
            <a:ext cx="5460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73" name="Google Shape;373;p34"/>
          <p:cNvSpPr/>
          <p:nvPr/>
        </p:nvSpPr>
        <p:spPr>
          <a:xfrm>
            <a:off x="1949700" y="2153600"/>
            <a:ext cx="10920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374" name="Google Shape;374;p34"/>
          <p:cNvSpPr/>
          <p:nvPr/>
        </p:nvSpPr>
        <p:spPr>
          <a:xfrm>
            <a:off x="3041700" y="2153600"/>
            <a:ext cx="5460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375" name="Google Shape;375;p34"/>
          <p:cNvSpPr/>
          <p:nvPr/>
        </p:nvSpPr>
        <p:spPr>
          <a:xfrm>
            <a:off x="2495700" y="1580900"/>
            <a:ext cx="5460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76" name="Google Shape;376;p34"/>
          <p:cNvSpPr/>
          <p:nvPr/>
        </p:nvSpPr>
        <p:spPr>
          <a:xfrm>
            <a:off x="3041700" y="1580900"/>
            <a:ext cx="5460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77" name="Google Shape;377;p34"/>
          <p:cNvSpPr/>
          <p:nvPr/>
        </p:nvSpPr>
        <p:spPr>
          <a:xfrm>
            <a:off x="3587700" y="1580900"/>
            <a:ext cx="5460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378" name="Google Shape;378;p34"/>
          <p:cNvSpPr/>
          <p:nvPr/>
        </p:nvSpPr>
        <p:spPr>
          <a:xfrm>
            <a:off x="3587700" y="2153600"/>
            <a:ext cx="1092000" cy="5727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379" name="Google Shape;379;p34"/>
          <p:cNvSpPr/>
          <p:nvPr/>
        </p:nvSpPr>
        <p:spPr>
          <a:xfrm>
            <a:off x="4679700" y="2153600"/>
            <a:ext cx="546000" cy="5727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80" name="Google Shape;380;p34"/>
          <p:cNvSpPr/>
          <p:nvPr/>
        </p:nvSpPr>
        <p:spPr>
          <a:xfrm>
            <a:off x="4133700" y="1580900"/>
            <a:ext cx="5460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381" name="Google Shape;381;p34"/>
          <p:cNvSpPr/>
          <p:nvPr/>
        </p:nvSpPr>
        <p:spPr>
          <a:xfrm>
            <a:off x="4679700" y="1580900"/>
            <a:ext cx="5460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82" name="Google Shape;382;p34"/>
          <p:cNvSpPr/>
          <p:nvPr/>
        </p:nvSpPr>
        <p:spPr>
          <a:xfrm>
            <a:off x="5225700" y="1580900"/>
            <a:ext cx="5460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83" name="Google Shape;383;p34"/>
          <p:cNvSpPr/>
          <p:nvPr/>
        </p:nvSpPr>
        <p:spPr>
          <a:xfrm>
            <a:off x="5225700" y="2153600"/>
            <a:ext cx="10920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384" name="Google Shape;384;p34"/>
          <p:cNvSpPr/>
          <p:nvPr/>
        </p:nvSpPr>
        <p:spPr>
          <a:xfrm>
            <a:off x="6317700" y="2153600"/>
            <a:ext cx="5460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34"/>
          <p:cNvSpPr/>
          <p:nvPr/>
        </p:nvSpPr>
        <p:spPr>
          <a:xfrm>
            <a:off x="5771700" y="1580900"/>
            <a:ext cx="5460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86" name="Google Shape;386;p34"/>
          <p:cNvSpPr/>
          <p:nvPr/>
        </p:nvSpPr>
        <p:spPr>
          <a:xfrm>
            <a:off x="6317700" y="1580900"/>
            <a:ext cx="5460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87" name="Google Shape;387;p34"/>
          <p:cNvSpPr/>
          <p:nvPr/>
        </p:nvSpPr>
        <p:spPr>
          <a:xfrm>
            <a:off x="6863700" y="1580900"/>
            <a:ext cx="14988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</a:t>
            </a:r>
            <a:endParaRPr/>
          </a:p>
        </p:txBody>
      </p:sp>
      <p:sp>
        <p:nvSpPr>
          <p:cNvPr id="388" name="Google Shape;388;p34"/>
          <p:cNvSpPr/>
          <p:nvPr/>
        </p:nvSpPr>
        <p:spPr>
          <a:xfrm>
            <a:off x="6863700" y="2153600"/>
            <a:ext cx="14988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</a:t>
            </a:r>
            <a:endParaRPr/>
          </a:p>
        </p:txBody>
      </p:sp>
      <p:sp>
        <p:nvSpPr>
          <p:cNvPr id="389" name="Google Shape;389;p34"/>
          <p:cNvSpPr/>
          <p:nvPr/>
        </p:nvSpPr>
        <p:spPr>
          <a:xfrm>
            <a:off x="1194600" y="3071725"/>
            <a:ext cx="1847100" cy="682500"/>
          </a:xfrm>
          <a:prstGeom prst="wedgeRectCallout">
            <a:avLst>
              <a:gd name="adj1" fmla="val -23319"/>
              <a:gd name="adj2" fmla="val -111806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is the position that comes after “A”</a:t>
            </a:r>
            <a:endParaRPr/>
          </a:p>
        </p:txBody>
      </p:sp>
      <p:sp>
        <p:nvSpPr>
          <p:cNvPr id="390" name="Google Shape;390;p34"/>
          <p:cNvSpPr/>
          <p:nvPr/>
        </p:nvSpPr>
        <p:spPr>
          <a:xfrm>
            <a:off x="1782250" y="553125"/>
            <a:ext cx="1567800" cy="754800"/>
          </a:xfrm>
          <a:prstGeom prst="wedgeRectCallout">
            <a:avLst>
              <a:gd name="adj1" fmla="val -21227"/>
              <a:gd name="adj2" fmla="val 104511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“B” is located 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 3</a:t>
            </a:r>
            <a:endParaRPr/>
          </a:p>
        </p:txBody>
      </p:sp>
      <p:sp>
        <p:nvSpPr>
          <p:cNvPr id="391" name="Google Shape;391;p34"/>
          <p:cNvSpPr/>
          <p:nvPr/>
        </p:nvSpPr>
        <p:spPr>
          <a:xfrm>
            <a:off x="3657300" y="2885625"/>
            <a:ext cx="1498800" cy="930600"/>
          </a:xfrm>
          <a:prstGeom prst="wedgeRoundRectCallout">
            <a:avLst>
              <a:gd name="adj1" fmla="val -21664"/>
              <a:gd name="adj2" fmla="val -67333"/>
              <a:gd name="adj3" fmla="val 0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called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“node”</a:t>
            </a:r>
            <a:endParaRPr/>
          </a:p>
        </p:txBody>
      </p:sp>
      <p:pic>
        <p:nvPicPr>
          <p:cNvPr id="392" name="Google Shape;39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000" y="4099650"/>
            <a:ext cx="3890086" cy="86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 Lists Continued</a:t>
            </a:r>
            <a:endParaRPr/>
          </a:p>
        </p:txBody>
      </p:sp>
      <p:sp>
        <p:nvSpPr>
          <p:cNvPr id="398" name="Google Shape;398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Let’s add “C” to the list!</a:t>
            </a:r>
            <a:endParaRPr sz="2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/>
              <a:t>S </a:t>
            </a:r>
            <a:endParaRPr sz="2400"/>
          </a:p>
        </p:txBody>
      </p:sp>
      <p:sp>
        <p:nvSpPr>
          <p:cNvPr id="399" name="Google Shape;399;p35"/>
          <p:cNvSpPr/>
          <p:nvPr/>
        </p:nvSpPr>
        <p:spPr>
          <a:xfrm>
            <a:off x="311700" y="17422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400" name="Google Shape;400;p35"/>
          <p:cNvSpPr/>
          <p:nvPr/>
        </p:nvSpPr>
        <p:spPr>
          <a:xfrm>
            <a:off x="311700" y="2096885"/>
            <a:ext cx="8850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401" name="Google Shape;401;p35"/>
          <p:cNvSpPr/>
          <p:nvPr/>
        </p:nvSpPr>
        <p:spPr>
          <a:xfrm>
            <a:off x="1196507" y="2096885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02" name="Google Shape;402;p35"/>
          <p:cNvSpPr/>
          <p:nvPr/>
        </p:nvSpPr>
        <p:spPr>
          <a:xfrm>
            <a:off x="754104" y="17422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03" name="Google Shape;403;p35"/>
          <p:cNvSpPr/>
          <p:nvPr/>
        </p:nvSpPr>
        <p:spPr>
          <a:xfrm>
            <a:off x="1196507" y="17422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04" name="Google Shape;404;p35"/>
          <p:cNvSpPr/>
          <p:nvPr/>
        </p:nvSpPr>
        <p:spPr>
          <a:xfrm>
            <a:off x="1638911" y="17422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05" name="Google Shape;405;p35"/>
          <p:cNvSpPr/>
          <p:nvPr/>
        </p:nvSpPr>
        <p:spPr>
          <a:xfrm>
            <a:off x="1638911" y="2096885"/>
            <a:ext cx="8850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406" name="Google Shape;406;p35"/>
          <p:cNvSpPr/>
          <p:nvPr/>
        </p:nvSpPr>
        <p:spPr>
          <a:xfrm>
            <a:off x="2523718" y="2096885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407" name="Google Shape;407;p35"/>
          <p:cNvSpPr/>
          <p:nvPr/>
        </p:nvSpPr>
        <p:spPr>
          <a:xfrm>
            <a:off x="2081315" y="17422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08" name="Google Shape;408;p35"/>
          <p:cNvSpPr/>
          <p:nvPr/>
        </p:nvSpPr>
        <p:spPr>
          <a:xfrm>
            <a:off x="2523718" y="17422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09" name="Google Shape;409;p35"/>
          <p:cNvSpPr/>
          <p:nvPr/>
        </p:nvSpPr>
        <p:spPr>
          <a:xfrm>
            <a:off x="2966122" y="17422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410" name="Google Shape;410;p35"/>
          <p:cNvSpPr/>
          <p:nvPr/>
        </p:nvSpPr>
        <p:spPr>
          <a:xfrm>
            <a:off x="2966122" y="2096885"/>
            <a:ext cx="8850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411" name="Google Shape;411;p35"/>
          <p:cNvSpPr/>
          <p:nvPr/>
        </p:nvSpPr>
        <p:spPr>
          <a:xfrm>
            <a:off x="3850929" y="2096885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412" name="Google Shape;412;p35"/>
          <p:cNvSpPr/>
          <p:nvPr/>
        </p:nvSpPr>
        <p:spPr>
          <a:xfrm>
            <a:off x="3408525" y="17422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413" name="Google Shape;413;p35"/>
          <p:cNvSpPr/>
          <p:nvPr/>
        </p:nvSpPr>
        <p:spPr>
          <a:xfrm>
            <a:off x="3850929" y="17422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414" name="Google Shape;414;p35"/>
          <p:cNvSpPr/>
          <p:nvPr/>
        </p:nvSpPr>
        <p:spPr>
          <a:xfrm>
            <a:off x="4293333" y="17422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415" name="Google Shape;415;p35"/>
          <p:cNvSpPr/>
          <p:nvPr/>
        </p:nvSpPr>
        <p:spPr>
          <a:xfrm>
            <a:off x="4293333" y="2096885"/>
            <a:ext cx="8850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416" name="Google Shape;416;p35"/>
          <p:cNvSpPr/>
          <p:nvPr/>
        </p:nvSpPr>
        <p:spPr>
          <a:xfrm>
            <a:off x="5178140" y="2096885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35"/>
          <p:cNvSpPr/>
          <p:nvPr/>
        </p:nvSpPr>
        <p:spPr>
          <a:xfrm>
            <a:off x="4735736" y="17422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418" name="Google Shape;418;p35"/>
          <p:cNvSpPr/>
          <p:nvPr/>
        </p:nvSpPr>
        <p:spPr>
          <a:xfrm>
            <a:off x="5178140" y="17422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419" name="Google Shape;419;p35"/>
          <p:cNvSpPr/>
          <p:nvPr/>
        </p:nvSpPr>
        <p:spPr>
          <a:xfrm>
            <a:off x="5620533" y="1742200"/>
            <a:ext cx="442200" cy="354600"/>
          </a:xfrm>
          <a:prstGeom prst="rect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12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0" name="Google Shape;420;p35"/>
          <p:cNvSpPr/>
          <p:nvPr/>
        </p:nvSpPr>
        <p:spPr>
          <a:xfrm>
            <a:off x="5620533" y="2096885"/>
            <a:ext cx="885000" cy="354600"/>
          </a:xfrm>
          <a:prstGeom prst="rect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1" name="Google Shape;421;p35"/>
          <p:cNvSpPr/>
          <p:nvPr/>
        </p:nvSpPr>
        <p:spPr>
          <a:xfrm>
            <a:off x="6505340" y="2096885"/>
            <a:ext cx="442200" cy="354600"/>
          </a:xfrm>
          <a:prstGeom prst="rect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22" name="Google Shape;422;p35"/>
          <p:cNvSpPr/>
          <p:nvPr/>
        </p:nvSpPr>
        <p:spPr>
          <a:xfrm>
            <a:off x="6062936" y="1742200"/>
            <a:ext cx="442200" cy="354600"/>
          </a:xfrm>
          <a:prstGeom prst="rect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13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3" name="Google Shape;423;p35"/>
          <p:cNvSpPr/>
          <p:nvPr/>
        </p:nvSpPr>
        <p:spPr>
          <a:xfrm>
            <a:off x="6505340" y="1742200"/>
            <a:ext cx="442200" cy="354600"/>
          </a:xfrm>
          <a:prstGeom prst="rect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14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4" name="Google Shape;424;p35"/>
          <p:cNvSpPr/>
          <p:nvPr/>
        </p:nvSpPr>
        <p:spPr>
          <a:xfrm>
            <a:off x="311700" y="2506038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425" name="Google Shape;425;p35"/>
          <p:cNvSpPr/>
          <p:nvPr/>
        </p:nvSpPr>
        <p:spPr>
          <a:xfrm>
            <a:off x="311700" y="2860723"/>
            <a:ext cx="8850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426" name="Google Shape;426;p35"/>
          <p:cNvSpPr/>
          <p:nvPr/>
        </p:nvSpPr>
        <p:spPr>
          <a:xfrm>
            <a:off x="1196507" y="2860723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27" name="Google Shape;427;p35"/>
          <p:cNvSpPr/>
          <p:nvPr/>
        </p:nvSpPr>
        <p:spPr>
          <a:xfrm>
            <a:off x="754104" y="2506038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28" name="Google Shape;428;p35"/>
          <p:cNvSpPr/>
          <p:nvPr/>
        </p:nvSpPr>
        <p:spPr>
          <a:xfrm>
            <a:off x="1196507" y="2506038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29" name="Google Shape;429;p35"/>
          <p:cNvSpPr/>
          <p:nvPr/>
        </p:nvSpPr>
        <p:spPr>
          <a:xfrm>
            <a:off x="1638911" y="2506038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30" name="Google Shape;430;p35"/>
          <p:cNvSpPr/>
          <p:nvPr/>
        </p:nvSpPr>
        <p:spPr>
          <a:xfrm>
            <a:off x="1638911" y="2860723"/>
            <a:ext cx="8850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431" name="Google Shape;431;p35"/>
          <p:cNvSpPr/>
          <p:nvPr/>
        </p:nvSpPr>
        <p:spPr>
          <a:xfrm>
            <a:off x="2523718" y="2860723"/>
            <a:ext cx="442200" cy="3546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432" name="Google Shape;432;p35"/>
          <p:cNvSpPr/>
          <p:nvPr/>
        </p:nvSpPr>
        <p:spPr>
          <a:xfrm>
            <a:off x="2081315" y="2506038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33" name="Google Shape;433;p35"/>
          <p:cNvSpPr/>
          <p:nvPr/>
        </p:nvSpPr>
        <p:spPr>
          <a:xfrm>
            <a:off x="2523718" y="2506038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34" name="Google Shape;434;p35"/>
          <p:cNvSpPr/>
          <p:nvPr/>
        </p:nvSpPr>
        <p:spPr>
          <a:xfrm>
            <a:off x="2966122" y="2506038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435" name="Google Shape;435;p35"/>
          <p:cNvSpPr/>
          <p:nvPr/>
        </p:nvSpPr>
        <p:spPr>
          <a:xfrm>
            <a:off x="2966122" y="2860723"/>
            <a:ext cx="8850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436" name="Google Shape;436;p35"/>
          <p:cNvSpPr/>
          <p:nvPr/>
        </p:nvSpPr>
        <p:spPr>
          <a:xfrm>
            <a:off x="3850929" y="2860723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437" name="Google Shape;437;p35"/>
          <p:cNvSpPr/>
          <p:nvPr/>
        </p:nvSpPr>
        <p:spPr>
          <a:xfrm>
            <a:off x="3408525" y="2506038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438" name="Google Shape;438;p35"/>
          <p:cNvSpPr/>
          <p:nvPr/>
        </p:nvSpPr>
        <p:spPr>
          <a:xfrm>
            <a:off x="3850929" y="2506038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439" name="Google Shape;439;p35"/>
          <p:cNvSpPr/>
          <p:nvPr/>
        </p:nvSpPr>
        <p:spPr>
          <a:xfrm>
            <a:off x="4293333" y="2506038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440" name="Google Shape;440;p35"/>
          <p:cNvSpPr/>
          <p:nvPr/>
        </p:nvSpPr>
        <p:spPr>
          <a:xfrm>
            <a:off x="4293333" y="2860723"/>
            <a:ext cx="8850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441" name="Google Shape;441;p35"/>
          <p:cNvSpPr/>
          <p:nvPr/>
        </p:nvSpPr>
        <p:spPr>
          <a:xfrm>
            <a:off x="5178140" y="2860723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35"/>
          <p:cNvSpPr/>
          <p:nvPr/>
        </p:nvSpPr>
        <p:spPr>
          <a:xfrm>
            <a:off x="4735736" y="2506038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443" name="Google Shape;443;p35"/>
          <p:cNvSpPr/>
          <p:nvPr/>
        </p:nvSpPr>
        <p:spPr>
          <a:xfrm>
            <a:off x="5178140" y="2506038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444" name="Google Shape;444;p35"/>
          <p:cNvSpPr/>
          <p:nvPr/>
        </p:nvSpPr>
        <p:spPr>
          <a:xfrm>
            <a:off x="5620533" y="2506038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445" name="Google Shape;445;p35"/>
          <p:cNvSpPr/>
          <p:nvPr/>
        </p:nvSpPr>
        <p:spPr>
          <a:xfrm>
            <a:off x="5620533" y="2860723"/>
            <a:ext cx="8850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446" name="Google Shape;446;p35"/>
          <p:cNvSpPr/>
          <p:nvPr/>
        </p:nvSpPr>
        <p:spPr>
          <a:xfrm>
            <a:off x="6505340" y="2860723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5"/>
          <p:cNvSpPr/>
          <p:nvPr/>
        </p:nvSpPr>
        <p:spPr>
          <a:xfrm>
            <a:off x="6062936" y="2506038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448" name="Google Shape;448;p35"/>
          <p:cNvSpPr/>
          <p:nvPr/>
        </p:nvSpPr>
        <p:spPr>
          <a:xfrm>
            <a:off x="6505340" y="2506038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449" name="Google Shape;449;p35"/>
          <p:cNvSpPr/>
          <p:nvPr/>
        </p:nvSpPr>
        <p:spPr>
          <a:xfrm>
            <a:off x="311700" y="32699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450" name="Google Shape;450;p35"/>
          <p:cNvSpPr/>
          <p:nvPr/>
        </p:nvSpPr>
        <p:spPr>
          <a:xfrm>
            <a:off x="311700" y="3624585"/>
            <a:ext cx="8850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451" name="Google Shape;451;p35"/>
          <p:cNvSpPr/>
          <p:nvPr/>
        </p:nvSpPr>
        <p:spPr>
          <a:xfrm>
            <a:off x="1196507" y="3624585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52" name="Google Shape;452;p35"/>
          <p:cNvSpPr/>
          <p:nvPr/>
        </p:nvSpPr>
        <p:spPr>
          <a:xfrm>
            <a:off x="754104" y="32699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53" name="Google Shape;453;p35"/>
          <p:cNvSpPr/>
          <p:nvPr/>
        </p:nvSpPr>
        <p:spPr>
          <a:xfrm>
            <a:off x="1196507" y="32699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54" name="Google Shape;454;p35"/>
          <p:cNvSpPr/>
          <p:nvPr/>
        </p:nvSpPr>
        <p:spPr>
          <a:xfrm>
            <a:off x="1638911" y="32699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55" name="Google Shape;455;p35"/>
          <p:cNvSpPr/>
          <p:nvPr/>
        </p:nvSpPr>
        <p:spPr>
          <a:xfrm>
            <a:off x="1638911" y="3624585"/>
            <a:ext cx="8850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456" name="Google Shape;456;p35"/>
          <p:cNvSpPr/>
          <p:nvPr/>
        </p:nvSpPr>
        <p:spPr>
          <a:xfrm>
            <a:off x="2523718" y="3624585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457" name="Google Shape;457;p35"/>
          <p:cNvSpPr/>
          <p:nvPr/>
        </p:nvSpPr>
        <p:spPr>
          <a:xfrm>
            <a:off x="2081315" y="32699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58" name="Google Shape;458;p35"/>
          <p:cNvSpPr/>
          <p:nvPr/>
        </p:nvSpPr>
        <p:spPr>
          <a:xfrm>
            <a:off x="2523718" y="32699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59" name="Google Shape;459;p35"/>
          <p:cNvSpPr/>
          <p:nvPr/>
        </p:nvSpPr>
        <p:spPr>
          <a:xfrm>
            <a:off x="2966122" y="32699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460" name="Google Shape;460;p35"/>
          <p:cNvSpPr/>
          <p:nvPr/>
        </p:nvSpPr>
        <p:spPr>
          <a:xfrm>
            <a:off x="2966122" y="3624585"/>
            <a:ext cx="8850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461" name="Google Shape;461;p35"/>
          <p:cNvSpPr/>
          <p:nvPr/>
        </p:nvSpPr>
        <p:spPr>
          <a:xfrm>
            <a:off x="3850929" y="3624585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462" name="Google Shape;462;p35"/>
          <p:cNvSpPr/>
          <p:nvPr/>
        </p:nvSpPr>
        <p:spPr>
          <a:xfrm>
            <a:off x="3408525" y="32699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463" name="Google Shape;463;p35"/>
          <p:cNvSpPr/>
          <p:nvPr/>
        </p:nvSpPr>
        <p:spPr>
          <a:xfrm>
            <a:off x="3850929" y="32699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464" name="Google Shape;464;p35"/>
          <p:cNvSpPr/>
          <p:nvPr/>
        </p:nvSpPr>
        <p:spPr>
          <a:xfrm>
            <a:off x="4293333" y="32699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465" name="Google Shape;465;p35"/>
          <p:cNvSpPr/>
          <p:nvPr/>
        </p:nvSpPr>
        <p:spPr>
          <a:xfrm>
            <a:off x="4293333" y="3624585"/>
            <a:ext cx="8850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5178140" y="3624585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>
            <a:off x="4735736" y="32699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468" name="Google Shape;468;p35"/>
          <p:cNvSpPr/>
          <p:nvPr/>
        </p:nvSpPr>
        <p:spPr>
          <a:xfrm>
            <a:off x="5178140" y="32699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469" name="Google Shape;469;p35"/>
          <p:cNvSpPr/>
          <p:nvPr/>
        </p:nvSpPr>
        <p:spPr>
          <a:xfrm>
            <a:off x="5620533" y="32699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470" name="Google Shape;470;p35"/>
          <p:cNvSpPr/>
          <p:nvPr/>
        </p:nvSpPr>
        <p:spPr>
          <a:xfrm>
            <a:off x="5620533" y="3624585"/>
            <a:ext cx="8850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471" name="Google Shape;471;p35"/>
          <p:cNvSpPr/>
          <p:nvPr/>
        </p:nvSpPr>
        <p:spPr>
          <a:xfrm>
            <a:off x="6505340" y="3624585"/>
            <a:ext cx="442200" cy="3546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472" name="Google Shape;472;p35"/>
          <p:cNvSpPr/>
          <p:nvPr/>
        </p:nvSpPr>
        <p:spPr>
          <a:xfrm>
            <a:off x="6062936" y="32699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473" name="Google Shape;473;p35"/>
          <p:cNvSpPr/>
          <p:nvPr/>
        </p:nvSpPr>
        <p:spPr>
          <a:xfrm>
            <a:off x="6505340" y="3269900"/>
            <a:ext cx="442200" cy="35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474" name="Google Shape;474;p35"/>
          <p:cNvSpPr/>
          <p:nvPr/>
        </p:nvSpPr>
        <p:spPr>
          <a:xfrm>
            <a:off x="5632875" y="962525"/>
            <a:ext cx="2667600" cy="7251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okay to add C here;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need to shift anything!</a:t>
            </a:r>
            <a:endParaRPr/>
          </a:p>
        </p:txBody>
      </p:sp>
      <p:sp>
        <p:nvSpPr>
          <p:cNvPr id="475" name="Google Shape;475;p35"/>
          <p:cNvSpPr/>
          <p:nvPr/>
        </p:nvSpPr>
        <p:spPr>
          <a:xfrm>
            <a:off x="7134000" y="2574375"/>
            <a:ext cx="1836300" cy="572700"/>
          </a:xfrm>
          <a:prstGeom prst="wedgeRectCallout">
            <a:avLst>
              <a:gd name="adj1" fmla="val -59452"/>
              <a:gd name="adj2" fmla="val 17"/>
            </a:avLst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“C” comes after “B”,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update node B</a:t>
            </a:r>
            <a:endParaRPr/>
          </a:p>
        </p:txBody>
      </p:sp>
      <p:cxnSp>
        <p:nvCxnSpPr>
          <p:cNvPr id="476" name="Google Shape;476;p35"/>
          <p:cNvCxnSpPr>
            <a:stCxn id="435" idx="1"/>
            <a:endCxn id="444" idx="1"/>
          </p:cNvCxnSpPr>
          <p:nvPr/>
        </p:nvCxnSpPr>
        <p:spPr>
          <a:xfrm rot="10800000" flipH="1">
            <a:off x="2966122" y="2683423"/>
            <a:ext cx="2654400" cy="354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7" name="Google Shape;477;p35"/>
          <p:cNvSpPr/>
          <p:nvPr/>
        </p:nvSpPr>
        <p:spPr>
          <a:xfrm>
            <a:off x="7134000" y="3341175"/>
            <a:ext cx="1836300" cy="572700"/>
          </a:xfrm>
          <a:prstGeom prst="wedgeRectCallout">
            <a:avLst>
              <a:gd name="adj1" fmla="val -60803"/>
              <a:gd name="adj2" fmla="val 17771"/>
            </a:avLst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“D” comes after “C”,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update node C</a:t>
            </a:r>
            <a:endParaRPr/>
          </a:p>
        </p:txBody>
      </p:sp>
      <p:cxnSp>
        <p:nvCxnSpPr>
          <p:cNvPr id="478" name="Google Shape;478;p35"/>
          <p:cNvCxnSpPr/>
          <p:nvPr/>
        </p:nvCxnSpPr>
        <p:spPr>
          <a:xfrm rot="10800000">
            <a:off x="3408540" y="3447248"/>
            <a:ext cx="3096900" cy="354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9" name="Google Shape;479;p35"/>
          <p:cNvSpPr/>
          <p:nvPr/>
        </p:nvSpPr>
        <p:spPr>
          <a:xfrm>
            <a:off x="311700" y="4101525"/>
            <a:ext cx="6635700" cy="6597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Follow the pointers!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should be able to read “A B C D E”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Exercises</a:t>
            </a:r>
            <a:endParaRPr/>
          </a:p>
        </p:txBody>
      </p:sp>
      <p:pic>
        <p:nvPicPr>
          <p:cNvPr id="485" name="Google Shape;48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1566" y="1297125"/>
            <a:ext cx="3560875" cy="343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</Words>
  <Application>Microsoft Office PowerPoint</Application>
  <PresentationFormat>On-screen Show (16:9)</PresentationFormat>
  <Paragraphs>276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Average</vt:lpstr>
      <vt:lpstr>Arial</vt:lpstr>
      <vt:lpstr>Oswald</vt:lpstr>
      <vt:lpstr>Slate</vt:lpstr>
      <vt:lpstr>Elementary Data Structures</vt:lpstr>
      <vt:lpstr>Stacks</vt:lpstr>
      <vt:lpstr>Stacks Continued</vt:lpstr>
      <vt:lpstr>Queues</vt:lpstr>
      <vt:lpstr>Queues Continued</vt:lpstr>
      <vt:lpstr>Arrays</vt:lpstr>
      <vt:lpstr>Arrays continued...</vt:lpstr>
      <vt:lpstr>PowerPoint Presentation</vt:lpstr>
      <vt:lpstr>Arrays continued</vt:lpstr>
      <vt:lpstr>Linked Lists</vt:lpstr>
      <vt:lpstr>Linked Lists Continued</vt:lpstr>
      <vt:lpstr>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Elementary Data Structures</dc:title>
  <cp:lastModifiedBy>Administrator</cp:lastModifiedBy>
  <cp:revision>1</cp:revision>
  <dcterms:modified xsi:type="dcterms:W3CDTF">2019-02-08T07:13:26Z</dcterms:modified>
</cp:coreProperties>
</file>